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499300" cy="18288000"/>
          </a:xfrm>
          <a:custGeom>
            <a:avLst/>
            <a:gdLst/>
            <a:ahLst/>
            <a:cxnLst/>
            <a:rect r="r" b="b" t="t" l="l"/>
            <a:pathLst>
              <a:path h="18288000" w="32499300">
                <a:moveTo>
                  <a:pt x="0" y="0"/>
                </a:moveTo>
                <a:lnTo>
                  <a:pt x="32499300" y="0"/>
                </a:lnTo>
                <a:lnTo>
                  <a:pt x="324993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499300" cy="18288000"/>
          </a:xfrm>
          <a:custGeom>
            <a:avLst/>
            <a:gdLst/>
            <a:ahLst/>
            <a:cxnLst/>
            <a:rect r="r" b="b" t="t" l="l"/>
            <a:pathLst>
              <a:path h="18288000" w="32499300">
                <a:moveTo>
                  <a:pt x="0" y="0"/>
                </a:moveTo>
                <a:lnTo>
                  <a:pt x="32499300" y="0"/>
                </a:lnTo>
                <a:lnTo>
                  <a:pt x="324993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499300" cy="18288000"/>
          </a:xfrm>
          <a:custGeom>
            <a:avLst/>
            <a:gdLst/>
            <a:ahLst/>
            <a:cxnLst/>
            <a:rect r="r" b="b" t="t" l="l"/>
            <a:pathLst>
              <a:path h="18288000" w="32499300">
                <a:moveTo>
                  <a:pt x="0" y="0"/>
                </a:moveTo>
                <a:lnTo>
                  <a:pt x="32499300" y="0"/>
                </a:lnTo>
                <a:lnTo>
                  <a:pt x="324993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499300" cy="18288000"/>
          </a:xfrm>
          <a:custGeom>
            <a:avLst/>
            <a:gdLst/>
            <a:ahLst/>
            <a:cxnLst/>
            <a:rect r="r" b="b" t="t" l="l"/>
            <a:pathLst>
              <a:path h="18288000" w="32499300">
                <a:moveTo>
                  <a:pt x="0" y="0"/>
                </a:moveTo>
                <a:lnTo>
                  <a:pt x="32499300" y="0"/>
                </a:lnTo>
                <a:lnTo>
                  <a:pt x="324993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499300" cy="18288000"/>
          </a:xfrm>
          <a:custGeom>
            <a:avLst/>
            <a:gdLst/>
            <a:ahLst/>
            <a:cxnLst/>
            <a:rect r="r" b="b" t="t" l="l"/>
            <a:pathLst>
              <a:path h="18288000" w="32499300">
                <a:moveTo>
                  <a:pt x="0" y="0"/>
                </a:moveTo>
                <a:lnTo>
                  <a:pt x="32499300" y="0"/>
                </a:lnTo>
                <a:lnTo>
                  <a:pt x="324993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499300" cy="18288000"/>
          </a:xfrm>
          <a:custGeom>
            <a:avLst/>
            <a:gdLst/>
            <a:ahLst/>
            <a:cxnLst/>
            <a:rect r="r" b="b" t="t" l="l"/>
            <a:pathLst>
              <a:path h="18288000" w="32499300">
                <a:moveTo>
                  <a:pt x="0" y="0"/>
                </a:moveTo>
                <a:lnTo>
                  <a:pt x="32499300" y="0"/>
                </a:lnTo>
                <a:lnTo>
                  <a:pt x="324993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499300" cy="18288000"/>
          </a:xfrm>
          <a:custGeom>
            <a:avLst/>
            <a:gdLst/>
            <a:ahLst/>
            <a:cxnLst/>
            <a:rect r="r" b="b" t="t" l="l"/>
            <a:pathLst>
              <a:path h="18288000" w="32499300">
                <a:moveTo>
                  <a:pt x="0" y="0"/>
                </a:moveTo>
                <a:lnTo>
                  <a:pt x="32499300" y="0"/>
                </a:lnTo>
                <a:lnTo>
                  <a:pt x="324993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499300" cy="18288000"/>
          </a:xfrm>
          <a:custGeom>
            <a:avLst/>
            <a:gdLst/>
            <a:ahLst/>
            <a:cxnLst/>
            <a:rect r="r" b="b" t="t" l="l"/>
            <a:pathLst>
              <a:path h="18288000" w="32499300">
                <a:moveTo>
                  <a:pt x="0" y="0"/>
                </a:moveTo>
                <a:lnTo>
                  <a:pt x="32499300" y="0"/>
                </a:lnTo>
                <a:lnTo>
                  <a:pt x="324993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499300" cy="18288000"/>
          </a:xfrm>
          <a:custGeom>
            <a:avLst/>
            <a:gdLst/>
            <a:ahLst/>
            <a:cxnLst/>
            <a:rect r="r" b="b" t="t" l="l"/>
            <a:pathLst>
              <a:path h="18288000" w="32499300">
                <a:moveTo>
                  <a:pt x="0" y="0"/>
                </a:moveTo>
                <a:lnTo>
                  <a:pt x="32499300" y="0"/>
                </a:lnTo>
                <a:lnTo>
                  <a:pt x="324993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499300" cy="18288000"/>
          </a:xfrm>
          <a:custGeom>
            <a:avLst/>
            <a:gdLst/>
            <a:ahLst/>
            <a:cxnLst/>
            <a:rect r="r" b="b" t="t" l="l"/>
            <a:pathLst>
              <a:path h="18288000" w="32499300">
                <a:moveTo>
                  <a:pt x="0" y="0"/>
                </a:moveTo>
                <a:lnTo>
                  <a:pt x="32499300" y="0"/>
                </a:lnTo>
                <a:lnTo>
                  <a:pt x="324993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1870" y="5486400"/>
            <a:ext cx="30315532" cy="8229600"/>
          </a:xfrm>
          <a:custGeom>
            <a:avLst/>
            <a:gdLst/>
            <a:ahLst/>
            <a:cxnLst/>
            <a:rect r="r" b="b" t="t" l="l"/>
            <a:pathLst>
              <a:path h="8229600" w="30315532">
                <a:moveTo>
                  <a:pt x="0" y="0"/>
                </a:moveTo>
                <a:lnTo>
                  <a:pt x="30315532" y="0"/>
                </a:lnTo>
                <a:lnTo>
                  <a:pt x="303155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499300" cy="18288000"/>
          </a:xfrm>
          <a:custGeom>
            <a:avLst/>
            <a:gdLst/>
            <a:ahLst/>
            <a:cxnLst/>
            <a:rect r="r" b="b" t="t" l="l"/>
            <a:pathLst>
              <a:path h="18288000" w="32499300">
                <a:moveTo>
                  <a:pt x="0" y="0"/>
                </a:moveTo>
                <a:lnTo>
                  <a:pt x="32499300" y="0"/>
                </a:lnTo>
                <a:lnTo>
                  <a:pt x="324993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499300" cy="18288000"/>
          </a:xfrm>
          <a:custGeom>
            <a:avLst/>
            <a:gdLst/>
            <a:ahLst/>
            <a:cxnLst/>
            <a:rect r="r" b="b" t="t" l="l"/>
            <a:pathLst>
              <a:path h="18288000" w="32499300">
                <a:moveTo>
                  <a:pt x="0" y="0"/>
                </a:moveTo>
                <a:lnTo>
                  <a:pt x="32499300" y="0"/>
                </a:lnTo>
                <a:lnTo>
                  <a:pt x="324993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499300" cy="18288000"/>
          </a:xfrm>
          <a:custGeom>
            <a:avLst/>
            <a:gdLst/>
            <a:ahLst/>
            <a:cxnLst/>
            <a:rect r="r" b="b" t="t" l="l"/>
            <a:pathLst>
              <a:path h="18288000" w="32499300">
                <a:moveTo>
                  <a:pt x="0" y="0"/>
                </a:moveTo>
                <a:lnTo>
                  <a:pt x="32499300" y="0"/>
                </a:lnTo>
                <a:lnTo>
                  <a:pt x="324993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DAG4glkgUgo</dc:identifier>
  <dcterms:modified xsi:type="dcterms:W3CDTF">2011-08-01T06:04:30Z</dcterms:modified>
  <cp:revision>1</cp:revision>
  <dc:title>QA_Harbor_edit_v4.pdf</dc:title>
</cp:coreProperties>
</file>